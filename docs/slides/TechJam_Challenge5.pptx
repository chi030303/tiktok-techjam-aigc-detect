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开场：社交流转后的图会被压、糊、裁。分数是干净 AUC 和 14 档变换 AUC 各一半，不是 0.5 准确率。提交 last-4 或双权重 fuse。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四页主线。数据讲分布和抉择；模型讲为什么最后 fuse；评估分官方和 EvalGEN；badcase 用画册。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CIFAKE 官方 0.57，换 SID 社交域加 online aug 到 0.970。D3 补 UNet 和 pixel，Nova 起来。D5 并上 PixArt/GPT 官方还略掉。D6 只加 118 张 i2i fake，官方分几乎不会动，看 pair_acc。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 已经是 FLUX 海。mixin 是等权换掉同等数量 FLUX。D3 的 WildFake UNet 4k 和 ADM/DDPM 1k 才是 Nova 的活性成分。D4 的新 T2I 数量看起来均衡，但对 Nova 几乎没贡献。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为什么不训 GAN：官方是 DALL·E，EvalGEN 也不是 GAN；计划里 B 轴可以留作 unseen。时间不够做 10%/20% mix。i2i 必须整图 triplet，不能拿 SID tampered 冒充。A2 官方 0.44，D3 没见过这对数据 pair_acc 反而 0.79。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变换不是事后补丁：训练就在同样 14 档上随机增强。CIFAKE 那条没做增强，blur/resize 会塌。评测 crop 不放大，和题面 resize then upscale 区分开。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模型线从 CIFAKE 线性头和 FFT 探针开始，官方 val 接近随机。C-Pixel 在 DALL·E 上几乎全漏。频域双路没踩捷径但也没涨。所以后来只把 ADM/DDPM 当薄 mixin，不当主模型。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一致性损失是 Acc 口径最干净的涨，但比赛看 AUC：last-4 0.990 远高于 consistency 0.965。336 在小 resize/blur 的 Acc 还掉。first-4 0.974，CLIP-L last-4 0.980，都不如 CLIP-B last-4。D3 dualbranch 0.983 赢冻结 D3，仍输 fuse。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解冻后 4 层提升排序，0.5 阈值会更漏。D3 补生成器族。两个目标不能靠一个网络硬叠：last-4 训在 D3 上官方掉到 0.976。推理期平均 logit 保住 DALL·E 又保住 Nova AUC。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官方演示集 COCO + DALL·E，训练禁入。400 是日筛，full 验证 last-4 0.989 同序。fuse 每一档都在 0.984 以上。CIFAKE 那条在 0.55 附近，用来说明域不对。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EvalGEN 五家都没进训练。GoT/OmniGen 大家接近 1.0，不要当 unseen 代理。Nova 才拉开：last-4 AUC 0.963 召回 0.49，D3 召回 0.86。fuse 保 AUC 0.988，0.5 召回仍只有 0.56，要讲清楚阈值。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画册里 FN 大量是插画、卡通、绘画风 DALL·E，不只是以假乱真的实拍。SID 是社交实拍 FLUX，画风一偏，last-4 分数会过低。另外还有 pred 极低的实拍风 DALL·E，那是排序难题。FP 几乎没有，讲平台误杀贵。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录视频时打开本机 HTML：先 FN 插画风，再那一张 FP。对照页证明 fuse 在修漏检而不是新制造误杀。强调 0.5 不是竞赛指标，last-4 解冻后 Acc 掉、AUC 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收束：域、架构覆盖、互补头。仓库公开，predict.py 一行。不要再念 DINOv2 0.90。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  <a:latin typeface="Arial"/>
              </a:rPr>
              <a:t>Robust AIGC detection under JPEG / blur / crop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74320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64748B"/>
                </a:solidFill>
                <a:latin typeface="Arial"/>
              </a:rPr>
              <a:t>TikTok TechJam 2026  ·  Challenge 5  ·  CLIP-B last-4  0.990   ·  fuse last4+D3  0.993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Score = 0.50×AUC_clean + 0.50×AUC_robust   (not Acc@0.5)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Model ≪ 2B   ·  official val and EvalGEN never trained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Four sections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4748B"/>
                </a:solidFill>
                <a:latin typeface="Arial"/>
              </a:rPr>
              <a:t>Each section is one story, not a dump of ablations.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1  Data — CIFAKE → SID → D3 → D5 → D6; generators, i2i, no-GAN, transforms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2  Model — MLP/FFT → unfreeze / consistency / RGB+freq / 336 → why fuse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3  Eval — official demonstration val, then held-out EvalGEN (Nova)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4  Bad cases — FN cluster in non-photoreal styles + the HTML gallery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Data path: domain first, then architecture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4748B"/>
                </a:solidFill>
                <a:latin typeface="Arial"/>
              </a:rPr>
              <a:t>CIFAKE 32×32 does not transfer. SID is social. Mix-ins replace equal SID FLUX.</a:t>
            </a:r>
          </a:p>
        </p:txBody>
      </p:sp>
      <p:pic>
        <p:nvPicPr>
          <p:cNvPr id="4" name="Picture 3" descr="dat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43484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D3 is the active mix for Nova. D5 = D3 ∪ D4 (new T2I) ≈ D3, not a new jump.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D6 = D5 + 118 whole-image i2i fakes (no paired reals). Train still running / pair_acc vs D5.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Generator distribution: fill holes, do not stack more FLUX</a:t>
            </a:r>
          </a:p>
        </p:txBody>
      </p:sp>
      <p:pic>
        <p:nvPicPr>
          <p:cNvPr id="3" name="Picture 2" descr="gener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114300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Choices: no GAN mix, i2i as paired triplets</a:t>
            </a:r>
          </a:p>
        </p:txBody>
      </p:sp>
      <p:pic>
        <p:nvPicPr>
          <p:cNvPr id="3" name="Picture 2" descr="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663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GAN left as unseen: contest and EvalGEN are diffusion / flow / AR, not StyleGAN.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A2 proved 59 i2i scenes overfit. D3 already ranks reconstructions better without seeing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Transforms: one spec for train aug and frozen 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4748B"/>
                </a:solidFill>
                <a:latin typeface="Arial"/>
              </a:rPr>
              <a:t>Pillow + NumPy spec. Crop 80% is not resized back. Jitter is sampled ±20% per image.</a:t>
            </a:r>
          </a:p>
        </p:txBody>
      </p:sp>
      <p:pic>
        <p:nvPicPr>
          <p:cNvPr id="4" name="Picture 3" descr="trans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Train: online random official ops, p_clean=0.2. Eval: 14 keys frozen, seed = sha1(image|key|v2).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Weakest remaining keys for fuse: JPEG-30 and resize ×0.25 (~0.984) — still far above CIFAKE.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Model: MLP / FFT / pixel-only are dead ends on DALL·E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4748B"/>
                </a:solidFill>
                <a:latin typeface="Arial"/>
              </a:rPr>
              <a:t>Same frozen CLIP-B linear unless noted. Contest score is AUROC, not SID-val Acc.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CIFAKE CLIP-B / DINOv2 / MLP probes: official formula 0.50–0.79. Do not pick the backbone here.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C-Pixel (500 ADM + 500 DDPM): full official ~0.65, 1 FP / 8838 FN — never fires on DALL·E.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FFT / high-pass as a second tower (SID dual RGB+HP): no shortcut, but no gain (0.966 vs SID 0.970).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Takeaway: pixel/FFT can be a thin mix-in (D3), not the detector.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Unfreeze / consistency / dual / 336 — then stop stacking</a:t>
            </a:r>
          </a:p>
        </p:txBody>
      </p:sp>
      <p:pic>
        <p:nvPicPr>
          <p:cNvPr id="3" name="Picture 2" descr="mode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114300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Why fuse: complementary heads, not one network</a:t>
            </a:r>
          </a:p>
        </p:txBody>
      </p:sp>
      <p:pic>
        <p:nvPicPr>
          <p:cNvPr id="3" name="Picture 2" descr="last4_f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last-4: best DALL·E ranking, conservative at 0.5 (1 FP / 60 FN). Nova rec 0.49.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D3: Nova rec 0.86, official only 0.978. Train last-4 on D3 → 0.976. Average logits → 0.993.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Eval: official demonstration 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4748B"/>
                </a:solidFill>
                <a:latin typeface="Arial"/>
              </a:rPr>
              <a:t>400-subset screen (seed 0, 200/200). last-4 full 13,843 = 0.989, same ranking.</a:t>
            </a:r>
          </a:p>
        </p:txBody>
      </p:sp>
      <p:pic>
        <p:nvPicPr>
          <p:cNvPr id="4" name="Picture 3" descr="eval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Eval: EvalGEN hold-out  (Flux / GoT / Infinity / OmniGen / Nova)</a:t>
            </a:r>
          </a:p>
        </p:txBody>
      </p:sp>
      <p:pic>
        <p:nvPicPr>
          <p:cNvPr id="3" name="Picture 2" descr="eval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Bad cases: FN are often non-photoreal  —  not only “perfect fakes”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4748B"/>
                </a:solidFill>
                <a:latin typeface="Arial"/>
              </a:rPr>
              <a:t>400 clean @0.5: fuse 1 FP / 44 FN. last-4 1 / 60. D3 4 / 20.</a:t>
            </a:r>
          </a:p>
        </p:txBody>
      </p:sp>
      <p:pic>
        <p:nvPicPr>
          <p:cNvPr id="4" name="Picture 3" descr="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257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Gallery as a tool, not a screenshot dump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scripts/badcase_gallery.py — FP/FN split, sort by worst pred, generator + condition on each card.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400-subset = one HTML. Full val = paged folder (36 thumbs/page). Open index.html locally, not Jupyter.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Pairwise pages: last4 → fuse fixed 16 FN, FP stayed 1. SID-aug → last4 FN 37→60 (AUC up, Acc@0.5 down).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Download outputs/tables/badcase_galleries/ + badcase_compare/. Demo video: open fuse_u4_d3_400_clean.html.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pic>
        <p:nvPicPr>
          <p:cNvPr id="3" name="Picture 2" descr="error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1 ckpt: experiments/clipb16_linear_sid_unfreeze4/ckpts/best.pt   formula 0.990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2 ckpts: mean logit with clipb16_linear_sid_d3_mix   formula 0.993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0F172A"/>
                </a:solidFill>
                <a:latin typeface="Arial"/>
              </a:rPr>
              <a:t>python predict.py &lt;dir&gt; out.json  —  {image_path, pred=P(AIGC)}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37960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Arial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